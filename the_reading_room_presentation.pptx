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9280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4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371600"/>
            <a:ext cx="1097280" cy="13716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78408" y="1554480"/>
            <a:ext cx="969264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1783080"/>
            <a:ext cx="969264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011680"/>
            <a:ext cx="731520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240280"/>
            <a:ext cx="822960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5544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Reading Room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2377440" y="2423160"/>
            <a:ext cx="5943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2560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400" dirty="0">
                <a:solidFill>
                  <a:srgbClr val="B5D4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 RECOMMENDER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77440" y="31089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  ·  Hina Haq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377440" y="3520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IronHack Data Analytics  ·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2743200" cy="50292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Many Choices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books available — readers are overwhelmed and don't know where to start.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9144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914400"/>
            <a:ext cx="2743200" cy="50292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Poor Recommendations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29000" y="15544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suggestions don't reflect individual taste, mood, or reading history.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9144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914400"/>
            <a:ext cx="2743200" cy="50292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Wasted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15544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spend more time searching than reading — and often give up on bad picks.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44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personalised book recommender app that uses Machine Learning to suggest books based on genre, description similarity, and reading preferences.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1920240" cy="2194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2,004 books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1,004 GoodReads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Open Library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33472" y="2011680"/>
            <a:ext cx="1920240" cy="2194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24912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(k=6)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24912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algorithm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9744" y="2011680"/>
            <a:ext cx="1920240" cy="2194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01184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PCA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01184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&amp; dimensionality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86016" y="2011680"/>
            <a:ext cx="1920240" cy="2194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77456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77456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recommender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14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Books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dataset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82296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914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6888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GoodReads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2296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914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6344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 Library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82296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914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85800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Book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560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several iterations across different sources and scraping approaches, we settled on a combined dataset that gave us the richest and most complete data.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Fields collected per book: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Author · Year Published · Genre · 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00507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Rating · Number of Ratings · Pages · ISBN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35254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Image URL · Language · Publisher · Series · Edition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44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9728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titles, authors &amp; descriptions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5361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 content from Arabic, Japanese, Greek, Persian and other scripts to English.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Low-resolution cover images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5361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small GoodReads thumbnails and replaced with larger, higher-quality versions.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3172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423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descriptions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7706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HTML tags, markdown links, line breaks, and irrelevant publisher metadata.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33172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2423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&amp; noisy author data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7706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repeated names and publisher info incorrectly listed in the author field.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" y="3657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pages formatting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0050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4-digit years from free-text strings; standardised page counts to numeric.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356616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92040" y="3657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standardisation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40050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100s of genre variants to 66 clean categories using a custom mapping dictionary.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ML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645920" y="1207008"/>
            <a:ext cx="365760" cy="54864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00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descriptions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features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2860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0" y="1207008"/>
            <a:ext cx="365760" cy="54864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888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9888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9888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components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148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303520" y="1207008"/>
            <a:ext cx="365760" cy="54864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76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8176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176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MultiLabelBinarizer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categories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132320" y="1207008"/>
            <a:ext cx="365760" cy="54864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464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464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464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Rating, Pages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4752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4752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4752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k=6 clusters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3520440"/>
            <a:ext cx="8412480" cy="1188720"/>
          </a:xfrm>
          <a:prstGeom prst="rect">
            <a:avLst/>
          </a:prstGeom>
          <a:solidFill>
            <a:srgbClr val="0C447C"/>
          </a:solidFill>
          <a:ln w="12700">
            <a:solidFill>
              <a:srgbClr val="185F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4864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k=6?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400507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Score: k=4 scored highest (0.179), k=6 scored second (0.166). We chose k=6 for richer, more diverse cluster themes — better for a book recommender experience.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44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0" cy="320040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377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APP SCREENSHOT HERE 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4343400"/>
            <a:ext cx="5029200" cy="4572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DEPLOYED APP URL HERE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005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760720" y="1508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 Search: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2,004 books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Library</a:t>
            </a:r>
            <a:endParaRPr lang="en-US" sz="1300" i="1" dirty="0">
              <a:solidFill>
                <a:srgbClr val="B5D4F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760720" y="20756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</a:t>
            </a:r>
            <a:endParaRPr lang="en-US" sz="1300" i="1" dirty="0">
              <a:solidFill>
                <a:srgbClr val="B5D4F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760720" y="26426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Adjustable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300" i="1" dirty="0">
              <a:solidFill>
                <a:srgbClr val="B5D4F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60720" y="32095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cover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rating,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genres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expandable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i="1" dirty="0">
              <a:solidFill>
                <a:srgbClr val="B5D4F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60720" y="3776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Links: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click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i="1" dirty="0" err="1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r>
              <a:rPr lang="pt-BR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Google Books</a:t>
            </a:r>
            <a:endParaRPr lang="en-US" sz="1300" i="1" dirty="0">
              <a:solidFill>
                <a:srgbClr val="B5D4F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Challenges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3931920" cy="4114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046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+ PCA captured description similarity well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Genre mapping standardised 100s of variants effectively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K-Means k=6 produced diverse, meaningful clusters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GoodReads + Open Library data complemented each other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app is intuitive and fast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777240"/>
            <a:ext cx="3931920" cy="41148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8046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325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Skoob blocked scraping — Next.js + Cloudflare 403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Skeelo category pages rendered with JavaScript only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331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Barnes &amp; Noble, LibraryThing, Bookshop.org also blocked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34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Many books had non-English titles &amp; author names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Low-resolution cover images needed systematic fixing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840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Genre data was highly inconsistent across sources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44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4023360" cy="155448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612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Larger Dataset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10,000+ books for more diverse recommendations across genres and languages.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023360" cy="155448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1612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 Feedback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users to rate whether they would read a suggestion — use feedback to improve future recommendations.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880360"/>
            <a:ext cx="4023360" cy="155448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29900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Agglomerative Clustering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5204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hierarchical clustering for more nuanced book groupings and compare against K-Means.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880360"/>
            <a:ext cx="4023360" cy="155448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29900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Richer NLP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5204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word embeddings (Word2Vec, BERT) for deeper semantic similarity beyond TF-IDF.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44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0"/>
            <a:ext cx="228600" cy="51435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23360" y="457200"/>
            <a:ext cx="1097280" cy="13716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087368" y="640080"/>
            <a:ext cx="969264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87368" y="868680"/>
            <a:ext cx="969264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87368" y="1097280"/>
            <a:ext cx="731520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2286000" y="2834640"/>
            <a:ext cx="45720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  ·  Hina Haq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IronHack Berlin  ·  June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Reading Room  ·  Book Recommender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676</Words>
  <Application>Microsoft Office PowerPoint</Application>
  <PresentationFormat>Apresentação na tela (16:9)</PresentationFormat>
  <Paragraphs>127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Reading Room</dc:title>
  <dc:subject>PptxGenJS Presentation</dc:subject>
  <dc:creator>PptxGenJS</dc:creator>
  <cp:lastModifiedBy>Gabriela Silva Cascione</cp:lastModifiedBy>
  <cp:revision>3</cp:revision>
  <dcterms:created xsi:type="dcterms:W3CDTF">2026-06-08T12:59:15Z</dcterms:created>
  <dcterms:modified xsi:type="dcterms:W3CDTF">2026-06-09T15:48:58Z</dcterms:modified>
</cp:coreProperties>
</file>